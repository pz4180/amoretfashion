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548640"/>
            <a:ext cx="1645920" cy="1645920"/>
          </a:xfrm>
          <a:prstGeom prst="ellipse">
            <a:avLst/>
          </a:prstGeom>
          <a:solidFill>
            <a:srgbClr val="E5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1097280" cy="10972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Aft>
                <a:spcPts val="0"/>
              </a:spcAft>
              <a:defRPr sz="4800" b="1">
                <a:solidFill>
                  <a:srgbClr val="4A433F"/>
                </a:solidFill>
                <a:latin typeface="Calibri Light"/>
              </a:defRPr>
            </a:pPr>
            <a:r>
              <a:t>AMORET FASHION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0">
                <a:solidFill>
                  <a:srgbClr val="D4B2A7"/>
                </a:solidFill>
                <a:latin typeface="Calibri"/>
              </a:defRPr>
            </a:pPr>
            <a:r>
              <a:t>Website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566160"/>
            <a:ext cx="27432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7A736F"/>
                </a:solidFill>
                <a:latin typeface="Calibri"/>
              </a:defRPr>
            </a:pPr>
            <a:r>
              <a:t>"Romance, reimagined"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Project: Creative Website Development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Framework: ASP.NET Web Forms (.NET 4.8)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Focus: Creativity, Layout &amp; Visual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About the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1200"/>
              </a:spcAft>
              <a:defRPr sz="2000" b="1">
                <a:solidFill>
                  <a:srgbClr val="4A433F"/>
                </a:solidFill>
                <a:latin typeface="Calibri"/>
              </a:defRPr>
            </a:pPr>
            <a:r>
              <a:t>What is Amoret Fashion?</a:t>
            </a:r>
          </a:p>
          <a:p>
            <a:pPr algn="l">
              <a:lnSpc>
                <a:spcPts val="2100"/>
              </a:lnSpc>
              <a:spcAft>
                <a:spcPts val="1600"/>
              </a:spcAft>
              <a:defRPr sz="1500" b="0">
                <a:solidFill>
                  <a:srgbClr val="7A736F"/>
                </a:solidFill>
                <a:latin typeface="Calibri"/>
              </a:defRPr>
            </a:pPr>
            <a:r>
              <a:t>Amoret Fashion is a fashion brand website built using ASP.NET Web Forms. It promotes a personal fashion brand called "Amoret" with the tagline "Romance, reimagined".</a:t>
            </a:r>
          </a:p>
          <a:p>
            <a:pPr algn="l">
              <a:lnSpc>
                <a:spcPts val="2800"/>
              </a:lnSpc>
              <a:spcAft>
                <a:spcPts val="1200"/>
              </a:spcAft>
              <a:defRPr sz="2000" b="1">
                <a:solidFill>
                  <a:srgbClr val="4A433F"/>
                </a:solidFill>
                <a:latin typeface="Calibri"/>
              </a:defRPr>
            </a:pPr>
            <a:r>
              <a:t>What does it show?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500" b="0">
                <a:solidFill>
                  <a:srgbClr val="7A736F"/>
                </a:solidFill>
                <a:latin typeface="Calibri"/>
              </a:defRPr>
            </a:pPr>
            <a:r>
              <a:t>•  Fashion items — handbags, shoes, dresses, accessories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500" b="0">
                <a:solidFill>
                  <a:srgbClr val="7A736F"/>
                </a:solidFill>
                <a:latin typeface="Calibri"/>
              </a:defRPr>
            </a:pPr>
            <a:r>
              <a:t>•  Fashion tips and styling ideas (Lookbook page)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500" b="0">
                <a:solidFill>
                  <a:srgbClr val="7A736F"/>
                </a:solidFill>
                <a:latin typeface="Calibri"/>
              </a:defRPr>
            </a:pPr>
            <a:r>
              <a:t>•  Designer story and brand philosophy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500" b="0">
                <a:solidFill>
                  <a:srgbClr val="7A736F"/>
                </a:solidFill>
                <a:latin typeface="Calibri"/>
              </a:defRPr>
            </a:pPr>
            <a:r>
              <a:t>•  A modern, elegant, and professional 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371600"/>
            <a:ext cx="4754880" cy="4572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79"/>
              </a:lnSpc>
              <a:spcAft>
                <a:spcPts val="1600"/>
              </a:spcAft>
              <a:defRPr sz="2200" b="1">
                <a:solidFill>
                  <a:srgbClr val="4A433F"/>
                </a:solidFill>
                <a:latin typeface="Calibri"/>
              </a:defRPr>
            </a:pPr>
            <a:r>
              <a:t>Key Facts</a:t>
            </a:r>
          </a:p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Brand Name</a:t>
            </a:r>
          </a:p>
          <a:p>
            <a:pPr algn="l">
              <a:lnSpc>
                <a:spcPts val="2240"/>
              </a:lnSpc>
              <a:spcAft>
                <a:spcPts val="1400"/>
              </a:spcAft>
              <a:defRPr sz="1600" b="0">
                <a:solidFill>
                  <a:srgbClr val="4A433F"/>
                </a:solidFill>
                <a:latin typeface="Calibri"/>
              </a:defRPr>
            </a:pPr>
            <a:r>
              <a:t>Amoret</a:t>
            </a:r>
          </a:p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Tagline</a:t>
            </a:r>
          </a:p>
          <a:p>
            <a:pPr algn="l">
              <a:lnSpc>
                <a:spcPts val="2240"/>
              </a:lnSpc>
              <a:spcAft>
                <a:spcPts val="1400"/>
              </a:spcAft>
              <a:defRPr sz="1600" b="0">
                <a:solidFill>
                  <a:srgbClr val="4A433F"/>
                </a:solidFill>
                <a:latin typeface="Calibri"/>
              </a:defRPr>
            </a:pPr>
            <a:r>
              <a:t>Romance, reimagined</a:t>
            </a:r>
          </a:p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Framework</a:t>
            </a:r>
          </a:p>
          <a:p>
            <a:pPr algn="l">
              <a:lnSpc>
                <a:spcPts val="2240"/>
              </a:lnSpc>
              <a:spcAft>
                <a:spcPts val="1400"/>
              </a:spcAft>
              <a:defRPr sz="1600" b="0">
                <a:solidFill>
                  <a:srgbClr val="4A433F"/>
                </a:solidFill>
                <a:latin typeface="Calibri"/>
              </a:defRPr>
            </a:pPr>
            <a:r>
              <a:t>ASP.NET Web Forms (.NET 4.8)</a:t>
            </a:r>
          </a:p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Total Pages</a:t>
            </a:r>
          </a:p>
          <a:p>
            <a:pPr algn="l">
              <a:lnSpc>
                <a:spcPts val="2240"/>
              </a:lnSpc>
              <a:spcAft>
                <a:spcPts val="1400"/>
              </a:spcAft>
              <a:defRPr sz="1600" b="0">
                <a:solidFill>
                  <a:srgbClr val="4A433F"/>
                </a:solidFill>
                <a:latin typeface="Calibri"/>
              </a:defRPr>
            </a:pPr>
            <a:r>
              <a:t>4 pages + 1 Master layout</a:t>
            </a:r>
          </a:p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Main Focus</a:t>
            </a:r>
          </a:p>
          <a:p>
            <a:pPr algn="l">
              <a:lnSpc>
                <a:spcPts val="2240"/>
              </a:lnSpc>
              <a:spcAft>
                <a:spcPts val="1400"/>
              </a:spcAft>
              <a:defRPr sz="1600" b="0">
                <a:solidFill>
                  <a:srgbClr val="4A433F"/>
                </a:solidFill>
                <a:latin typeface="Calibri"/>
              </a:defRPr>
            </a:pPr>
            <a:r>
              <a:t>Creativity &amp; visual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How to Run /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91840" cy="201168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1200"/>
              </a:spcAft>
              <a:defRPr sz="2000" b="1">
                <a:solidFill>
                  <a:srgbClr val="4A433F"/>
                </a:solidFill>
                <a:latin typeface="Calibri"/>
              </a:defRPr>
            </a:pPr>
            <a:r>
              <a:t>What You Need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500" b="0">
                <a:solidFill>
                  <a:srgbClr val="7A736F"/>
                </a:solidFill>
                <a:latin typeface="Calibri"/>
              </a:defRPr>
            </a:pPr>
            <a:r>
              <a:t>•  Visual Studio (2019 or newer)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500" b="0">
                <a:solidFill>
                  <a:srgbClr val="7A736F"/>
                </a:solidFill>
                <a:latin typeface="Calibri"/>
              </a:defRPr>
            </a:pPr>
            <a:r>
              <a:t>•  .NET Framework 4.7.2 or 4.8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474720" cy="41148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1200"/>
              </a:spcAft>
              <a:defRPr sz="2000" b="1">
                <a:solidFill>
                  <a:srgbClr val="4A433F"/>
                </a:solidFill>
                <a:latin typeface="Calibri"/>
              </a:defRPr>
            </a:pPr>
            <a:r>
              <a:t>Run Locally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1.  Open AmoretFashion.slnx in Visual Studio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2.  Wait for packages to load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3.  Press F5 (or click Start)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4.  Website opens in your browser!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3474720" cy="41148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1200"/>
              </a:spcAft>
              <a:defRPr sz="2000" b="1">
                <a:solidFill>
                  <a:srgbClr val="4A433F"/>
                </a:solidFill>
                <a:latin typeface="Calibri"/>
              </a:defRPr>
            </a:pPr>
            <a:r>
              <a:t>Deploy / Publish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1.  Right-click the project in Visual Studio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2.  Select Publish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3.  Choose target (IIS, Azure, or folder)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4.  Follow the wizard and click Publish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5.  Server needs .NET 4.8 installed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Additional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756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Parallax Scrolling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Hero image moves slower when scrolling for a depth effect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900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Lazy Loading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Images load only when you scroll to them — faster page speed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044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Staggered Animations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Cards fade in one by one as you scroll down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188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Custom Cursor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A circle follows your mouse and grows on hover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7332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Ripple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A wave appears on buttons when clicked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0756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Collection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Filter items by category (Handbags, Shoes, Dresses, Accessories)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29900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Newsletter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Email subscription with validation on the Lookbook page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9044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Hover Effects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Cards lift up and images zoom in on hover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8188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Responsive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Looks good on desktop, tablet, and mobile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5733288"/>
            <a:ext cx="164592" cy="164592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Smooth Scrolling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Clicking nav links scrolls smoothly instead of jumping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Code Structure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1000"/>
              </a:spcAft>
              <a:defRPr sz="1500" b="0">
                <a:solidFill>
                  <a:srgbClr val="7A736F"/>
                </a:solidFill>
                <a:latin typeface="Calibri"/>
              </a:defRPr>
            </a:pPr>
            <a:r>
              <a:t>The website uses a Master Page layout. The Site.Master file holds the shared parts (navigation and footer), and each page fills in its own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100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Project File Structure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AmoretFashion/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   Site.Master          — Shared layout (nav + footer)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   Default.aspx          — Home page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   About.aspx             — About the Designer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   Collection.aspx      — Gallery / Products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   Lookbook.aspx        — Fashion Journal / Blog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   Content/Site.css     — All styles (1,209 lines)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   Scripts/Site.js        — All interactions (304 lines)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   Images/                  — 19 image files</a:t>
            </a:r>
          </a:p>
          <a:p>
            <a:pPr algn="l">
              <a:lnSpc>
                <a:spcPts val="1679"/>
              </a:lnSpc>
              <a:spcAft>
                <a:spcPts val="300"/>
              </a:spcAft>
              <a:defRPr sz="1200" b="0">
                <a:solidFill>
                  <a:srgbClr val="4A433F"/>
                </a:solidFill>
                <a:latin typeface="Consolas"/>
              </a:defRPr>
            </a:pPr>
            <a:r>
              <a:t>   Web.config              — Server settings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02920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84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onsolas"/>
              </a:defRPr>
            </a:pPr>
            <a:r>
              <a:t>Site.Master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95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Shared layout for all pages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26080"/>
            <a:ext cx="502920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999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onsolas"/>
              </a:defRPr>
            </a:pPr>
            <a:r>
              <a:t>Default.aspx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10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Home — Hero, intro, featured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840480"/>
            <a:ext cx="502920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913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onsolas"/>
              </a:defRPr>
            </a:pPr>
            <a:r>
              <a:t>About.aspx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24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Designer profile &amp; philosophy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754880"/>
            <a:ext cx="502920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828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onsolas"/>
              </a:defRPr>
            </a:pPr>
            <a:r>
              <a:t>Collection.aspx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38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Product grid with filter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669280"/>
            <a:ext cx="502920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742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onsolas"/>
              </a:defRPr>
            </a:pPr>
            <a:r>
              <a:t>Lookbook.aspx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053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Articles, tips, newsletter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Site.Master — Shared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1200"/>
              </a:spcAft>
              <a:defRPr sz="1500" b="0">
                <a:solidFill>
                  <a:srgbClr val="7A736F"/>
                </a:solidFill>
                <a:latin typeface="Calibri"/>
              </a:defRPr>
            </a:pPr>
            <a:r>
              <a:t>This is the master template. Every page uses this layout so the navigation and footer stay the same across the whole website.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029200" cy="14630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80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Navigation Bar (Top)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•  Brand logo on the left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•  Menu links: Home, About, Collection, Lookbook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•  Search &amp; cart icons on the right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•  Fixed at the top — stays visible when scrolling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5029200" cy="16459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80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Footer (Bottom)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•  Brand info &amp; tagline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•  Shop links &amp; company links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•  Social media icons (Facebook, Instagram, YouTube)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•  Newsletter subscription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029200" cy="9144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Navigation Bar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108960"/>
            <a:ext cx="5029200" cy="2286000"/>
          </a:xfrm>
          <a:prstGeom prst="rect">
            <a:avLst/>
          </a:prstGeom>
          <a:solidFill>
            <a:srgbClr val="E5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4A433F"/>
                </a:solidFill>
                <a:latin typeface="Calibri"/>
              </a:defRPr>
            </a:pPr>
            <a:r>
              <a:t>Page Content</a:t>
            </a:r>
            <a:br/>
            <a:r>
              <a:t>(changes per page)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5577840"/>
            <a:ext cx="5029200" cy="9144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715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Footer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Default.aspx — Home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84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Hero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Full-screen background image with brand name "Amoret", tagline "Romance, reimagined", and a "View Collection" button.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27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Brand 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Two-column layout with text about the brand's philosophy on the left and an image on the right.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70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Featured Collections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17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Three preview cards showing Handbags, Dresses, and Accessories — each with an image and description.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486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13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Philosophy Section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760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Centered text about the brand's design beliefs and values.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011680"/>
            <a:ext cx="4572000" cy="438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4903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D4B2A7"/>
                </a:solidFill>
                <a:latin typeface="Calibri"/>
              </a:defRPr>
            </a:pPr>
            <a:r>
              <a:t>[Home Page Screenshot]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97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About.aspx — About the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84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Designer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Photo and bio of Nio Pei Zhi (Founder &amp; Creative Director) in a two-column layout.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718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Design Philosophy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Three numbered cards — Modern Romanticism, Timeless Elegance, and Feminine Empowerment.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13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Design Inspiration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Lists sources: classical art, natural textures, vintage fashion, and architectural lines.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8006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27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The Amoret Style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74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Four feature blocks — Soft Palettes, Flowing Fabrics, Delicate Details, Modern Cuts.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7150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641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Call to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89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Button linking to the Collection page — "Explore Our Collection".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011680"/>
            <a:ext cx="4572000" cy="438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74903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D4B2A7"/>
                </a:solidFill>
                <a:latin typeface="Calibri"/>
              </a:defRPr>
            </a:pPr>
            <a:r>
              <a:t>[About Page Screenshot]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97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Collection.aspx — Product Gallery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84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Filter Buttons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Five buttons — All, Handbags, Shoes, Dresses, Accessories. Users click to filter products by category.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27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Product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Eight fashion items in a 3-column grid. Each item shows: image, name, category, description, and price (RM).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70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Hover 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17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Hovering on a product shows a dark overlay with a "View Details" button — image also zooms in slightly.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486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13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Collection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760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A short motivational message at the bottom of the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011680"/>
            <a:ext cx="4572000" cy="438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4903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D4B2A7"/>
                </a:solidFill>
                <a:latin typeface="Calibri"/>
              </a:defRPr>
            </a:pPr>
            <a:r>
              <a:t>[Collection Page Screenshot]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97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Lookbook.aspx — Fashion Journal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84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Featured Article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A large highlighted article — "The Art of Modern Romantic Dressing" with image, date, and excerpt.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27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Article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Six articles covering Styling Tips, Fashion Tips, and Seasonal Trends — each with image, tag, title, and description.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70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Quick Styling Tips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17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Four numbered tip cards — Mix Textures, Embrace Neutrals, Focus on Fit, Invest in Classics.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486400"/>
            <a:ext cx="411480" cy="4114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13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4A433F"/>
                </a:solidFill>
                <a:latin typeface="Calibri"/>
              </a:defRPr>
            </a:pPr>
            <a:r>
              <a:t>Newsletter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760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Email subscription box. Checks if email is valid. Shows green success or pink error message.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011680"/>
            <a:ext cx="4572000" cy="438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4903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D4B2A7"/>
                </a:solidFill>
                <a:latin typeface="Calibri"/>
              </a:defRPr>
            </a:pPr>
            <a:r>
              <a:t>[Lookbook Page Screenshot]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97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Libraries &amp; Frameworks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69848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84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ASP.NET Web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.NET Framework 4.7.2 / 4.8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488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The main framework — uses Master Pages and Code-Behind files to build the website.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1069848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99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Google Fonts — Cormorant Garamond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Serif display font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632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Used for headings and the brand name to give an elegant, fashion-style feel.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069848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Google Fonts — Raleway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Sans-serif body font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77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Used for body text and navigation — clean and easy to read.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1069848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28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Vanilla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66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No Bootstrap or Tailwind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8920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All styling is custom-built from scratch using CSS Grid, Flexbox, CSS Variables, and media queries.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80"/>
            <a:ext cx="10698480" cy="77724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42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A433F"/>
                </a:solidFill>
                <a:latin typeface="Calibri"/>
              </a:defRPr>
            </a:pPr>
            <a:r>
              <a:t>Vanilla 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D4B2A7"/>
                </a:solidFill>
                <a:latin typeface="Calibri"/>
              </a:defRPr>
            </a:pPr>
            <a:r>
              <a:t>No jQuery or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8064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All interactions (animations, filtering, parallax, custom cursor) are built with plain JS and IntersectionObserver API.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B2A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4A433F"/>
                </a:solidFill>
                <a:latin typeface="Calibri Light"/>
              </a:defRPr>
            </a:pPr>
            <a:r>
              <a:t>How Errors Are Handled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1400"/>
              </a:spcAft>
              <a:defRPr sz="2000" b="1">
                <a:solidFill>
                  <a:srgbClr val="4A433F"/>
                </a:solidFill>
                <a:latin typeface="Calibri"/>
              </a:defRPr>
            </a:pPr>
            <a:r>
              <a:t>Server-Side (C# Code-Behind)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500" b="1">
                <a:solidFill>
                  <a:srgbClr val="4A433F"/>
                </a:solidFill>
                <a:latin typeface="Calibri"/>
              </a:defRPr>
            </a:pPr>
            <a:r>
              <a:t>Email Validation (Lookbook page):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Empty email → shows "Please enter your email address."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Invalid format → shows "Please enter a valid email."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Valid email → shows "Thank you for subscribing!"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Error messages in pink, success in green</a:t>
            </a:r>
          </a:p>
          <a:p>
            <a:pPr algn="l"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4A433F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600"/>
              </a:spcAft>
              <a:defRPr sz="1500" b="1">
                <a:solidFill>
                  <a:srgbClr val="4A433F"/>
                </a:solidFill>
                <a:latin typeface="Calibri"/>
              </a:defRPr>
            </a:pPr>
            <a:r>
              <a:t>Page Redirects: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Buttons use Response.Redirect() to navigate safely</a:t>
            </a:r>
          </a:p>
          <a:p>
            <a:pPr algn="l"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4A433F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600"/>
              </a:spcAft>
              <a:defRPr sz="1500" b="1">
                <a:solidFill>
                  <a:srgbClr val="4A433F"/>
                </a:solidFill>
                <a:latin typeface="Calibri"/>
              </a:defRPr>
            </a:pPr>
            <a:r>
              <a:t>Collection Filtering: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ViewState remembers selected category after postback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256032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1400"/>
              </a:spcAft>
              <a:defRPr sz="2000" b="1">
                <a:solidFill>
                  <a:srgbClr val="4A433F"/>
                </a:solidFill>
                <a:latin typeface="Calibri"/>
              </a:defRPr>
            </a:pPr>
            <a:r>
              <a:t>Client-Side (JavaScript)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Smooth degradation — if browser doesn't support IntersectionObserver, animations skip but site still works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Null checks — JS checks if elements exist before using them to avoid errors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Form focus/blur styling for better user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846320"/>
            <a:ext cx="5029200" cy="155448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50292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1000"/>
              </a:spcAft>
              <a:defRPr sz="2000" b="1">
                <a:solidFill>
                  <a:srgbClr val="4A433F"/>
                </a:solidFill>
                <a:latin typeface="Calibri"/>
              </a:defRPr>
            </a:pPr>
            <a:r>
              <a:t>General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ASP.NET ViewState keeps data between page refreshes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Label controls display messages with color-coded CSS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300" b="0">
                <a:solidFill>
                  <a:srgbClr val="7A736F"/>
                </a:solidFill>
                <a:latin typeface="Calibri"/>
              </a:defRPr>
            </a:pPr>
            <a:r>
              <a:t>•  Default ASP.NET error handling for unexpected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548640"/>
            <a:ext cx="1645920" cy="1645920"/>
          </a:xfrm>
          <a:prstGeom prst="ellipse">
            <a:avLst/>
          </a:prstGeom>
          <a:solidFill>
            <a:srgbClr val="E5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1097280" cy="1097280"/>
          </a:xfrm>
          <a:prstGeom prst="ellipse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5303520"/>
            <a:ext cx="731520" cy="731520"/>
          </a:xfrm>
          <a:prstGeom prst="ellipse">
            <a:avLst/>
          </a:prstGeom>
          <a:solidFill>
            <a:srgbClr val="E5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760"/>
              </a:lnSpc>
              <a:spcAft>
                <a:spcPts val="0"/>
              </a:spcAft>
              <a:defRPr sz="5200" b="1">
                <a:solidFill>
                  <a:srgbClr val="4A433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2743200" cy="38100"/>
          </a:xfrm>
          <a:prstGeom prst="rect">
            <a:avLst/>
          </a:prstGeom>
          <a:solidFill>
            <a:srgbClr val="D4B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7A736F"/>
                </a:solidFill>
                <a:latin typeface="Calibri"/>
              </a:defRPr>
            </a:pPr>
            <a:r>
              <a:t>AMORET  —  "Romance, reimagined"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D4B2A7"/>
                </a:solidFill>
                <a:latin typeface="Calibri"/>
              </a:defRPr>
            </a:pPr>
            <a:r>
              <a:t>ASP.NET Web Forms  |  Vanilla CSS  |  Vanilla JavaScript</a:t>
            </a:r>
          </a:p>
          <a:p>
            <a:pPr algn="l">
              <a:lnSpc>
                <a:spcPts val="1959"/>
              </a:lnSpc>
              <a:spcAft>
                <a:spcPts val="800"/>
              </a:spcAft>
              <a:defRPr sz="1400" b="0">
                <a:solidFill>
                  <a:srgbClr val="7A736F"/>
                </a:solidFill>
                <a:latin typeface="Calibri"/>
              </a:defRPr>
            </a:pPr>
            <a:r>
              <a:t>Creative Website Development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